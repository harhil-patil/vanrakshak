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79" r:id="rId3"/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8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.png"/><Relationship Id="rId7" Type="http://schemas.openxmlformats.org/officeDocument/2006/relationships/tags" Target="../tags/tag5.xml"/><Relationship Id="rId6" Type="http://schemas.openxmlformats.org/officeDocument/2006/relationships/image" Target="../media/image15.jpe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14.jpeg"/><Relationship Id="rId2" Type="http://schemas.openxmlformats.org/officeDocument/2006/relationships/tags" Target="../tags/tag2.xml"/><Relationship Id="rId10" Type="http://schemas.openxmlformats.org/officeDocument/2006/relationships/notesSlide" Target="../notesSlides/notesSlide18.xml"/><Relationship Id="rId1" Type="http://schemas.openxmlformats.org/officeDocument/2006/relationships/tags" Target="../tags/tag1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34725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IBM </a:t>
            </a:r>
            <a:r>
              <a:rPr lang="en-US" sz="3200" b="1" dirty="0" err="1"/>
              <a:t>SkillsBuild</a:t>
            </a:r>
            <a:r>
              <a:rPr lang="en-US" sz="3200" b="1" dirty="0"/>
              <a:t> Bob Hackathon Showcase – Gujarat, 2026 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771" y="2816802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Bob”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Title – 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VanRakshak AI: Agentic AI-Based Human–Wildlife Conflict Mitigation Platform for Gir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Domain of Project – 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Environmental Sustainability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822960" y="1600200"/>
          <a:ext cx="10545776" cy="457200"/>
        </p:xfrm>
        <a:graphic>
          <a:graphicData uri="http://schemas.openxmlformats.org/drawingml/2006/table">
            <a:tbl>
              <a:tblPr/>
              <a:tblGrid>
                <a:gridCol w="3163733"/>
                <a:gridCol w="1687324"/>
                <a:gridCol w="3374648"/>
                <a:gridCol w="2320071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Student Name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Recent Photo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Email ID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Mobile Number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2057400"/>
            <a:ext cx="10545775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057400"/>
            <a:ext cx="3163733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Harshil Patil</a:t>
            </a:r>
            <a:endParaRPr lang="en-US" sz="1400" dirty="0"/>
          </a:p>
        </p:txBody>
      </p:sp>
      <p:pic>
        <p:nvPicPr>
          <p:cNvPr id="7" name="Image 0" descr="/home/claude/work/assets/photo_harshi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7054" y="2148840"/>
            <a:ext cx="926602" cy="12344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74017" y="2057400"/>
            <a:ext cx="3374648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harshilpatil2118@gmail.com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048665" y="2057400"/>
            <a:ext cx="2320071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8780876858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22960" y="3474720"/>
            <a:ext cx="10545775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3474720"/>
            <a:ext cx="3163733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Sumeet Khiani</a:t>
            </a:r>
            <a:endParaRPr lang="en-US" sz="1400" dirty="0"/>
          </a:p>
        </p:txBody>
      </p:sp>
      <p:pic>
        <p:nvPicPr>
          <p:cNvPr id="12" name="Image 1" descr="/home/claude/work/assets/photo_sum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863" y="3566160"/>
            <a:ext cx="926983" cy="12344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674017" y="3474720"/>
            <a:ext cx="3374648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khianisumeet8@gmail.com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9048665" y="3474720"/>
            <a:ext cx="2320071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8200694737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22960" y="4892040"/>
            <a:ext cx="10545775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22960" y="4892040"/>
            <a:ext cx="3163733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Prathmesh Mohite</a:t>
            </a:r>
            <a:endParaRPr lang="en-US" sz="1400" dirty="0"/>
          </a:p>
        </p:txBody>
      </p:sp>
      <p:pic>
        <p:nvPicPr>
          <p:cNvPr id="17" name="Image 2" descr="/home/claude/work/assets/photo_prathme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431" y="4983480"/>
            <a:ext cx="1227848" cy="12344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74017" y="4892040"/>
            <a:ext cx="3374648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prathmeshm4219@gmail.com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9048665" y="4892040"/>
            <a:ext cx="2320071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73593 09504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22960" y="6309360"/>
            <a:ext cx="10545775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Statement -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B3B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VanRakshak AI – Human–Wildlife Conflict Mitigation for Gir Forest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5410048" cy="4709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Challenge
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Human–wildlife conflict is often reactive due to delayed detection, fragmented reporting, and poor coordination. A unified platform is needed to turn wildlife data into early, informed, and human-supervised action.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Objective
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Build an Agentic AI Platform for Gir Forest that predicts conflict risk, generates alerts, coordinates responses, assists compensation, and identifies hotspots — while keeping forest officers in control.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 Specialized AI Agents
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Movement Prediction  •  Village Alerts  •  Response Coordination  •  Compensation Assistant  •  Hotspot Dashboard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78728" y="1417320"/>
            <a:ext cx="5410048" cy="4709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Capabilities
</a:t>
            </a:r>
            <a:endParaRPr lang="en-US" sz="1400" dirty="0"/>
          </a:p>
          <a:p>
            <a:pPr marL="0" indent="0">
              <a:spcAft>
                <a:spcPts val="3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 Prediction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– Analyze sightings, proximity, time, environment, livestock density and history to generate High / Medium / Low risk with confidence.</a:t>
            </a:r>
            <a:endParaRPr lang="en-US" sz="1400" dirty="0"/>
          </a:p>
          <a:p>
            <a:pPr marL="0" indent="0">
              <a:spcAft>
                <a:spcPts val="3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Early Warnings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– Generate concise English + Gujarati safety alerts.</a:t>
            </a:r>
            <a:endParaRPr lang="en-US" sz="1400" dirty="0"/>
          </a:p>
          <a:p>
            <a:pPr marL="0" indent="0">
              <a:spcAft>
                <a:spcPts val="3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Incident Coordination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– Prioritize incidents and recommend response teams with mandatory officer approval.</a:t>
            </a:r>
            <a:endParaRPr lang="en-US" sz="1400" dirty="0"/>
          </a:p>
          <a:p>
            <a:pPr marL="0" indent="0">
              <a:spcAft>
                <a:spcPts val="3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Compensation Assistance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– Prepare livestock-loss documentation and preliminary claims for human review.</a:t>
            </a:r>
            <a:endParaRPr lang="en-US" sz="1400" dirty="0"/>
          </a:p>
          <a:p>
            <a:pPr marL="0" indent="0">
              <a:spcAft>
                <a:spcPts val="3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Hotspot Detection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– Identify recurring and emerging conflict zones through geospatial and historical analysis.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
Core Workflow
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→ ML → Risk Score → 5 Agents → Orchestrator → Human Review → Action → Learn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Prototype: Uses labelled simulated / sample data. Predictions are probabilistic; consequential actions remain human-controlled.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Proposed Solution -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18585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VanRakshak AI is an Agentic AI-powered command center that transforms fragmented wildlife data into predictive risk intelligence, coordinated response, and human-supervised action for Gir Forest communities.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783080"/>
            <a:ext cx="5410048" cy="4297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Works
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— Sense &amp; Analyze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Collect simulated wildlife sightings, village data, historical incidents, livestock, and environmental factors.
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— Predict &amp; Score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ML models + explainable risk engine calculate conflict probability, risk level, and confidence.
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— Act Through 5 AI Agents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Movement Agent → predicts movement &amp; risk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Alert Agent → English / Gujarati warnings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Response Agent → prioritizes &amp; recommends teams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Compensation Agent → prepares livestock claims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Hotspot Agent → detects recurring risk zones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78728" y="1783080"/>
            <a:ext cx="5410048" cy="4297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— Orchestrate &amp; Govern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Central Orchestrator connects agents, maintains shared context, manages workflows, and sends consequential actions to a Forest Officer Approval Queue.
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 — Respond &amp; Learn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Approved actions → alerts / response / compensation → incident outcomes become feedback for future risk analysis.
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Core Differentiator
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Predictive + Multi-Agent + Human-in-the-Loop + Explainable ML + Responsible AI
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Impact
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Earlier Warning → Faster Coordination → Better Community Support → Data-Driven Wildlife Conflict Mitigation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Prototype: Uses clearly labelled simulated / sample data; no autonomous wildlife intervention or unapproved response dispatch.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Technology Used -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51560"/>
            <a:ext cx="5410048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IBM Bob
</a:t>
            </a:r>
            <a:endParaRPr lang="en-US" sz="1450" dirty="0"/>
          </a:p>
          <a:p>
            <a:pPr marL="0" indent="0">
              <a:buNone/>
            </a:pPr>
            <a:r>
              <a:rPr lang="en-US" sz="1100" b="1" i="1" dirty="0">
                <a:solidFill>
                  <a:srgbClr val="3B3B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AI-Powered Development &amp; Orchestration
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Used for rapid application development, code generation, prototyping, and building the multi-agent architecture and workflows.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6278728" y="1051560"/>
            <a:ext cx="5410048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IBM Granite
</a:t>
            </a:r>
            <a:endParaRPr lang="en-US" sz="1450" dirty="0"/>
          </a:p>
          <a:p>
            <a:pPr marL="0" indent="0">
              <a:buNone/>
            </a:pPr>
            <a:r>
              <a:rPr lang="en-US" sz="1100" b="1" i="1" dirty="0">
                <a:solidFill>
                  <a:srgbClr val="3B3B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Generative AI &amp; Language Intelligence
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Used for natural-language generation, summarization, Gujarati / local-language alerts, incident reports, compensation assistance, and hotspot summaries.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532888"/>
            <a:ext cx="5410048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IBM Cloud
</a:t>
            </a:r>
            <a:endParaRPr lang="en-US" sz="1450" dirty="0"/>
          </a:p>
          <a:p>
            <a:pPr marL="0" indent="0">
              <a:buNone/>
            </a:pPr>
            <a:r>
              <a:rPr lang="en-US" sz="1100" b="1" i="1" dirty="0">
                <a:solidFill>
                  <a:srgbClr val="3B3B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Deployment &amp; Scalable Infrastructure
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Provides the foundation for future secure deployment, scalable APIs, data services, and integration with real Forest Department infrastructure.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278728" y="2532888"/>
            <a:ext cx="5410048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Python + Machine Learning
</a:t>
            </a:r>
            <a:endParaRPr lang="en-US" sz="1450" dirty="0"/>
          </a:p>
          <a:p>
            <a:pPr marL="0" indent="0">
              <a:buNone/>
            </a:pPr>
            <a:r>
              <a:rPr lang="en-US" sz="1100" b="1" i="1" dirty="0">
                <a:solidFill>
                  <a:srgbClr val="3B3B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Prediction &amp; Risk Intelligence
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Used for feature engineering, wildlife-conflict risk scoring, movement analysis, classification, geospatial analysis, and hotspot detection.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014216"/>
            <a:ext cx="5410048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Flask + Web Technologies
</a:t>
            </a:r>
            <a:endParaRPr lang="en-US" sz="1450" dirty="0"/>
          </a:p>
          <a:p>
            <a:pPr marL="0" indent="0">
              <a:buNone/>
            </a:pPr>
            <a:r>
              <a:rPr lang="en-US" sz="1100" b="1" i="1" dirty="0">
                <a:solidFill>
                  <a:srgbClr val="3B3B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Application &amp; API Layer
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Used to build the responsive command-center dashboard, REST APIs, agent interfaces, alerts, incidents, officer approvals, compensation, and demo workflows.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278728" y="4014216"/>
            <a:ext cx="5410048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&amp; Responsible AI
</a:t>
            </a:r>
            <a:endParaRPr lang="en-US" sz="1450" dirty="0"/>
          </a:p>
          <a:p>
            <a:pPr marL="0" indent="0">
              <a:buNone/>
            </a:pPr>
            <a:r>
              <a:rPr lang="en-US" sz="1100" b="1" i="1" dirty="0">
                <a:solidFill>
                  <a:srgbClr val="3B3B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Synthetic / Demo Data + Human-in-the-Loop
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Uses clearly labelled sample data with confidence scores, audit logs, role-based access, privacy controls, and mandatory human approval for consequential actions.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Required Files Created Using IBM Bob -</a:t>
            </a:r>
            <a:endParaRPr lang="en-US" sz="2400" dirty="0"/>
          </a:p>
        </p:txBody>
      </p:sp>
      <p:pic>
        <p:nvPicPr>
          <p:cNvPr id="3" name="Image 0" descr="/home/claude/work/assets/bob_explor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085" y="1051560"/>
            <a:ext cx="9627525" cy="5120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355080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VS Code / IBM Bob workspace showing the VanRakshak project structure — agents, backend, ml, frontend, templates, and data modules.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IBM Bob Screenshots -</a:t>
            </a:r>
            <a:endParaRPr lang="en-US" sz="2400" dirty="0"/>
          </a:p>
        </p:txBody>
      </p:sp>
      <p:pic>
        <p:nvPicPr>
          <p:cNvPr id="3" name="Image 0" descr="/home/claude/work/assets/bob_agent_pane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342" y="1005840"/>
            <a:ext cx="9285011" cy="4892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291072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IBM Bob agent panel — task completion summary (11/11 tasks) and file changes during the VanRakshak build.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IBM Bob Screenshots -</a:t>
            </a:r>
            <a:endParaRPr lang="en-US" sz="2400" dirty="0"/>
          </a:p>
        </p:txBody>
      </p:sp>
      <p:pic>
        <p:nvPicPr>
          <p:cNvPr id="3" name="Image 0" descr="/home/claude/work/assets/bob_apppy_cod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9805" y="1005840"/>
            <a:ext cx="9252085" cy="4892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291072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Flask application entry point (app.py) generated with IBM Bob — orchestrator initialization and route setup.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IBM Bob Screenshots -</a:t>
            </a:r>
            <a:endParaRPr lang="en-US" sz="2400" dirty="0"/>
          </a:p>
        </p:txBody>
      </p:sp>
      <p:pic>
        <p:nvPicPr>
          <p:cNvPr id="3" name="Image 0" descr="/home/claude/work/assets/bob_risk_cod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0716" y="1005840"/>
            <a:ext cx="9230264" cy="4892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291072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 engine (risk_engine.py) — explainable weighted-component conflict risk scoring logic built with IBM Bob.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IBM Bob Screenshots -</a:t>
            </a:r>
            <a:endParaRPr lang="en-US" sz="2400" dirty="0"/>
          </a:p>
        </p:txBody>
      </p:sp>
      <p:pic>
        <p:nvPicPr>
          <p:cNvPr id="3" name="Image 0" descr="/home/claude/work/assets/bob_run_termina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843" y="1005840"/>
            <a:ext cx="9274009" cy="4892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291072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Application execution evidence — Flask development server running the VanRakshak prototype on localhost:5000.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Role of Agentic AI in the Solution -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51560"/>
            <a:ext cx="6309360" cy="5029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Agentic AI transforms VanRakshak AI from a passive monitoring system into a proactive, coordinated decision-support platform. Instead of a single chatbot, five specialized agents collaborate through a Central Orchestrator to move from prediction to action while keeping humans in control.
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Human-in-the-Loop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Forest officers approve or override AI recommendations before any consequential action is taken.
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Agentic AI?
</a:t>
            </a:r>
            <a:endParaRPr lang="en-US" sz="1200" dirty="0"/>
          </a:p>
          <a:p>
            <a:pPr marL="0" indent="0">
              <a:buNone/>
            </a:pPr>
            <a:r>
              <a:rPr lang="en-US" sz="1150" i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Proactive  •  Context-Aware  •  Multi-Agent  •  Explainable  •  Human-Supervised  •  Goal-Driven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0"/>
            <a:ext cx="4556455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0" y="1097280"/>
            <a:ext cx="45564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PERCEIVE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0" y="1664208"/>
            <a:ext cx="455645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0" y="1828800"/>
            <a:ext cx="4556455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1828800"/>
            <a:ext cx="45564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REASON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2395728"/>
            <a:ext cx="455645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32320" y="2560320"/>
            <a:ext cx="4556455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0" y="2560320"/>
            <a:ext cx="45564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COLLABORATE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(5 Agents)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3127248"/>
            <a:ext cx="455645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0" y="3291840"/>
            <a:ext cx="4556455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0" y="3291840"/>
            <a:ext cx="45564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ORCHESTRATE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3858768"/>
            <a:ext cx="455645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32320" y="4023360"/>
            <a:ext cx="4556455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0" y="4023360"/>
            <a:ext cx="45564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APPROVAL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4590288"/>
            <a:ext cx="455645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32320" y="4754880"/>
            <a:ext cx="4556455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0" y="4754880"/>
            <a:ext cx="45564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LEARN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Predict → Alert → Coordinate → Human Review → Respond → Learn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Output Screenshot -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B3B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Command Center — Dashboard</a:t>
            </a:r>
            <a:endParaRPr lang="en-US" sz="1400" dirty="0"/>
          </a:p>
        </p:txBody>
      </p:sp>
      <p:pic>
        <p:nvPicPr>
          <p:cNvPr id="4" name="Image 0" descr="/home/claude/work/assets/app_dashboard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8125" y="1371600"/>
            <a:ext cx="9155444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27648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Village risk overview, active incidents, and recent sightings feeding the PREDICT stage of the workflow.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41985" y="217170"/>
            <a:ext cx="4295140" cy="5886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Project Output Screenshot -</a:t>
            </a:r>
            <a:endParaRPr lang="en-US" altLang="en-US" sz="2400" b="1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66750" y="806450"/>
            <a:ext cx="8477250" cy="3479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IN" altLang="en-US" sz="1400" b="1" i="1" dirty="0">
                <a:solidFill>
                  <a:srgbClr val="3B3B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Village Alerts</a:t>
            </a:r>
            <a:endParaRPr lang="en-IN" altLang="en-US" sz="1400" b="1" i="1" dirty="0">
              <a:solidFill>
                <a:srgbClr val="3B3B3B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00" y="1155065"/>
            <a:ext cx="10160000" cy="4998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Output Screenshot -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B3B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Conflict Hotspot Analysis</a:t>
            </a:r>
            <a:endParaRPr lang="en-US" sz="1400" dirty="0"/>
          </a:p>
        </p:txBody>
      </p:sp>
      <p:pic>
        <p:nvPicPr>
          <p:cNvPr id="4" name="Image 0" descr="/home/claude/work/assets/app_hotspot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3489" y="1371600"/>
            <a:ext cx="9224716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27648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Distance-based cluster analysis identifying recurring and emerging high-risk villages.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Output Screenshot -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B3B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 Monitor</a:t>
            </a:r>
            <a:endParaRPr lang="en-US" sz="1400" dirty="0"/>
          </a:p>
        </p:txBody>
      </p:sp>
      <p:pic>
        <p:nvPicPr>
          <p:cNvPr id="4" name="Image 0" descr="/home/claude/work/assets/app_agentmonito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827" y="1371600"/>
            <a:ext cx="924804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27648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Real-time status of all 5 specialized agents and the human officer-approval checkpoint in the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Output Screenshot -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B3B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End-to-End Demo Scenario</a:t>
            </a:r>
            <a:endParaRPr lang="en-US" sz="1400" dirty="0"/>
          </a:p>
        </p:txBody>
      </p:sp>
      <p:pic>
        <p:nvPicPr>
          <p:cNvPr id="4" name="Image 0" descr="/home/claude/work/assets/app_dem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555" y="1371600"/>
            <a:ext cx="9132584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27648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 pipeline walkthrough: Sighting → Predict → Alert → Coordinate → Approve → Hotspot → Audit.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Novelty and Uniqueness -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B3B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makes VanRakshak AI different?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25880"/>
            <a:ext cx="5410048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Multi-Agent Intelligence
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Five specialized agents collaborate through a Central Orchestrator instead of relying on a single chatbot.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278728" y="1325880"/>
            <a:ext cx="5410048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Predictive Risk Intelligence
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Combines ML-based movement analysis + explainable weighted risk scoring to identify potential conflict before it escalates.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560320"/>
            <a:ext cx="5410048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Human-in-the-Loop AI
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recommends; forest officers decide. Alerts, response recommendations, and compensation actions remain subject to human approval.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78728" y="2560320"/>
            <a:ext cx="5410048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End-to-End Conflict Workflow
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Sighting → Prediction → Alert → Incident → Response → Compensation → Learning.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794760"/>
            <a:ext cx="5410048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Local &amp; Actionable Alerts
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Generates concise English + Gujarati safety warnings designed for real-world community action.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78728" y="3794760"/>
            <a:ext cx="5410048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Closed-Loop Learning
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Incident outcomes and new sightings become feedback for future risk analysis and hotspot detection.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074920"/>
            <a:ext cx="11185855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Our USP
</a:t>
            </a:r>
            <a:endParaRPr lang="en-US" sz="130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“From Reactive Wildlife Response to Predictive, Coordinated &amp; Human-Supervised Conflict Mitigation.”
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B3B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Explainable ML  •  Agent Collaboration  •  Human Governance  •  Privacy-Aware  •  Prototype-Ready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Scope -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B3B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prototype to real-world forest intelligence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85855" cy="9784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| Real-Time Wildlife Sensing
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Integrate camera traps, GPS/radio collars, drones, IoT sensors and GIS data to continuously improve wildlife movement prediction and conflict-risk detection.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468880"/>
            <a:ext cx="11185855" cy="9784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| Multilingual &amp; Voice Alerts
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Enable Gujarati voice + multilingual notifications through mobile / SMS / IVR channels, making warnings accessible to villagers and field teams.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520440"/>
            <a:ext cx="11185855" cy="9784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| Smart Forest Command Center
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Connect authorized Forest Department systems for real-time incident reporting, response-team coordination, hotspot monitoring and officer approvals.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572000"/>
            <a:ext cx="11185855" cy="9784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| Continuous AI Learning
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verified incident outcomes, new sightings and seasonal patterns to improve risk prediction, hotspot detection and false-alarm reduction.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5669280"/>
            <a:ext cx="11185855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Vision: </a:t>
            </a:r>
            <a:r>
              <a:rPr lang="en-US" sz="1200" i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Sense → Predict → Alert → Coordinate → Learn — built as a prototype today, designed to evolve into a secure, human-supervised AI platform for large-scale wildlife conflict mitigation.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GitHub Link -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05840"/>
            <a:ext cx="11185855" cy="5029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Please create a public GitHub repository (enable the “Add README” option while creating the repository) and paste the working GitHub URL below.
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GitHub URL –</a:t>
            </a:r>
            <a:r>
              <a:rPr lang="en-IN" alt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300" b="1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github.com/HARHIL-PATIL/vanrakshak</a:t>
            </a:r>
            <a:endParaRPr lang="en-US" sz="1300" dirty="0">
              <a:solidFill>
                <a:schemeClr val="tx1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
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Certificates Earned -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B3B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Getting Started with Artificial Intelligence</a:t>
            </a:r>
            <a:endParaRPr lang="en-US" sz="1400" dirty="0"/>
          </a:p>
        </p:txBody>
      </p:sp>
      <p:sp>
        <p:nvSpPr>
          <p:cNvPr id="5" name="Text 2"/>
          <p:cNvSpPr txBox="1"/>
          <p:nvPr>
            <p:custDataLst>
              <p:tags r:id="rId1"/>
            </p:custDataLst>
          </p:nvPr>
        </p:nvSpPr>
        <p:spPr>
          <a:xfrm>
            <a:off x="502920" y="4800600"/>
            <a:ext cx="354573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Harshil Patil</a:t>
            </a:r>
            <a:endParaRPr lang="en-US" sz="1250" dirty="0"/>
          </a:p>
        </p:txBody>
      </p:sp>
      <p:pic>
        <p:nvPicPr>
          <p:cNvPr id="6" name="Image 1" descr="/home/claude/work/certs/sumeet_ai-1.jp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322978" y="1716156"/>
            <a:ext cx="3545738" cy="2739889"/>
          </a:xfrm>
          <a:prstGeom prst="rect">
            <a:avLst/>
          </a:prstGeom>
        </p:spPr>
      </p:pic>
      <p:sp>
        <p:nvSpPr>
          <p:cNvPr id="7" name="Text 3"/>
          <p:cNvSpPr txBox="1"/>
          <p:nvPr>
            <p:custDataLst>
              <p:tags r:id="rId4"/>
            </p:custDataLst>
          </p:nvPr>
        </p:nvSpPr>
        <p:spPr>
          <a:xfrm>
            <a:off x="4322978" y="4800600"/>
            <a:ext cx="354573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Sumeet Khiani</a:t>
            </a:r>
            <a:endParaRPr lang="en-US" sz="1250" dirty="0"/>
          </a:p>
        </p:txBody>
      </p:sp>
      <p:pic>
        <p:nvPicPr>
          <p:cNvPr id="8" name="Image 2" descr="/home/claude/work/certs/prathmesh_ai-1.jp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143037" y="1716156"/>
            <a:ext cx="3545738" cy="2739889"/>
          </a:xfrm>
          <a:prstGeom prst="rect">
            <a:avLst/>
          </a:prstGeom>
        </p:spPr>
      </p:pic>
      <p:sp>
        <p:nvSpPr>
          <p:cNvPr id="9" name="Text 4"/>
          <p:cNvSpPr txBox="1"/>
          <p:nvPr>
            <p:custDataLst>
              <p:tags r:id="rId7"/>
            </p:custDataLst>
          </p:nvPr>
        </p:nvSpPr>
        <p:spPr>
          <a:xfrm>
            <a:off x="8143037" y="4800600"/>
            <a:ext cx="354573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Prathmesh Mohite</a:t>
            </a:r>
            <a:endParaRPr lang="en-US" sz="125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1716405"/>
            <a:ext cx="3485515" cy="25768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Certificates Earned -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B3B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Lab: Troubleshoot Your Code Using IBM Bob</a:t>
            </a:r>
            <a:endParaRPr lang="en-US" sz="1400" dirty="0"/>
          </a:p>
        </p:txBody>
      </p:sp>
      <p:pic>
        <p:nvPicPr>
          <p:cNvPr id="4" name="Image 0" descr="/home/claude/work/certs/harshil_troub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75869"/>
            <a:ext cx="3545738" cy="222046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4800600"/>
            <a:ext cx="354573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Harshil Patil</a:t>
            </a:r>
            <a:endParaRPr lang="en-US" sz="1250" dirty="0"/>
          </a:p>
        </p:txBody>
      </p:sp>
      <p:pic>
        <p:nvPicPr>
          <p:cNvPr id="6" name="Image 1" descr="/home/claude/work/certs/sumeet_trouble_fix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8" y="2046936"/>
            <a:ext cx="3545738" cy="207832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322978" y="4800600"/>
            <a:ext cx="354573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Sumeet Khiani</a:t>
            </a:r>
            <a:endParaRPr lang="en-US" sz="1250" dirty="0"/>
          </a:p>
        </p:txBody>
      </p:sp>
      <p:pic>
        <p:nvPicPr>
          <p:cNvPr id="8" name="Image 2" descr="/home/claude/work/certs/prathmesh_trouble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037" y="1911977"/>
            <a:ext cx="3545738" cy="234824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43037" y="4800600"/>
            <a:ext cx="354573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Prathmesh Mohite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8892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11880"/>
            <a:ext cx="10545775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3B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 for your time and interest.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VanRakshak AI — Team Harshil Patil, Sumeet Khiani, Prathmesh Mohite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8.0696062992126,&quot;left&quot;:39.6,&quot;top&quot;:135.1303937007874,&quot;width&quot;:880.7759842519685}"/>
</p:tagLst>
</file>

<file path=ppt/tags/tag2.xml><?xml version="1.0" encoding="utf-8"?>
<p:tagLst xmlns:p="http://schemas.openxmlformats.org/presentationml/2006/main">
  <p:tag name="KSO_WM_DIAGRAM_VIRTUALLY_FRAME" val="{&quot;height&quot;:268.0696062992126,&quot;left&quot;:39.6,&quot;top&quot;:135.1303937007874,&quot;width&quot;:880.7759842519685}"/>
</p:tagLst>
</file>

<file path=ppt/tags/tag3.xml><?xml version="1.0" encoding="utf-8"?>
<p:tagLst xmlns:p="http://schemas.openxmlformats.org/presentationml/2006/main">
  <p:tag name="KSO_WM_DIAGRAM_VIRTUALLY_FRAME" val="{&quot;height&quot;:268.0696062992126,&quot;left&quot;:39.6,&quot;top&quot;:135.1303937007874,&quot;width&quot;:880.7759842519685}"/>
</p:tagLst>
</file>

<file path=ppt/tags/tag4.xml><?xml version="1.0" encoding="utf-8"?>
<p:tagLst xmlns:p="http://schemas.openxmlformats.org/presentationml/2006/main">
  <p:tag name="KSO_WM_DIAGRAM_VIRTUALLY_FRAME" val="{&quot;height&quot;:268.0696062992126,&quot;left&quot;:39.6,&quot;top&quot;:135.1303937007874,&quot;width&quot;:880.7759842519685}"/>
</p:tagLst>
</file>

<file path=ppt/tags/tag5.xml><?xml version="1.0" encoding="utf-8"?>
<p:tagLst xmlns:p="http://schemas.openxmlformats.org/presentationml/2006/main">
  <p:tag name="KSO_WM_DIAGRAM_VIRTUALLY_FRAME" val="{&quot;height&quot;:268.0696062992126,&quot;left&quot;:39.6,&quot;top&quot;:135.1303937007874,&quot;width&quot;:880.775984251968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9059</Words>
  <Application>WPS Presentation</Application>
  <PresentationFormat>On-screen Show (16:9)</PresentationFormat>
  <Paragraphs>268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Calibri</vt:lpstr>
      <vt:lpstr>Calibri</vt:lpstr>
      <vt:lpstr>Calibri</vt:lpstr>
      <vt:lpstr>Calibri Light</vt:lpstr>
      <vt:lpstr>Office Theme</vt:lpstr>
      <vt:lpstr>IBM SkillsBuild Bob Hackathon Showcase – Gujarat, 2026 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VanRakshak AI - IBM SkillsBuild Bob Hackathon Showcase</dc:title>
  <dc:creator>VanRakshak AI Team</dc:creator>
  <dc:subject>PptxGenJS Presentation</dc:subject>
  <cp:lastModifiedBy>harsh</cp:lastModifiedBy>
  <cp:revision>3</cp:revision>
  <dcterms:created xsi:type="dcterms:W3CDTF">2026-09-11T18:27:00Z</dcterms:created>
  <dcterms:modified xsi:type="dcterms:W3CDTF">2026-09-12T04:50:31Z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6BC322FBDF5E48A990A1C97DEB5155F6_13</vt:lpwstr>
  </property>
  <property fmtid="{D5CDD505-2E9C-101B-9397-08002B2CF9AE}" pid="3" name="KSOProductBuildVer">
    <vt:lpwstr>2057-12.2.0.23206</vt:lpwstr>
  </property>
</Properties>
</file>